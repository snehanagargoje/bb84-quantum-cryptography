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2" r:id="rId5"/>
    <p:sldId id="264" r:id="rId6"/>
    <p:sldId id="266" r:id="rId7"/>
    <p:sldId id="269" r:id="rId8"/>
    <p:sldId id="268" r:id="rId9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54051-AAA1-4C8A-AEB4-1DEAE169C233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B6363-3B44-414A-B0E4-08B517F75A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939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7D7547-1C45-4780-9526-476B837BBCD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39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30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83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13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88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20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903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82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67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8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1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50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12192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623392" y="2276872"/>
            <a:ext cx="109728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846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CSE(IOT-CSBT)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1DDC1-959B-4C1A-8564-EEBDD6EDC5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560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+mn-lt"/>
              </a:rPr>
              <a:t> OUTLINE OF PRESENTATION</a:t>
            </a:r>
            <a:endParaRPr lang="ko-KR" alt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0"/>
          </p:nvPr>
        </p:nvSpPr>
        <p:spPr>
          <a:xfrm>
            <a:off x="1981200" y="1484784"/>
            <a:ext cx="8435280" cy="504056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3200" dirty="0"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sz="3200" dirty="0">
                <a:solidFill>
                  <a:schemeClr val="tx1"/>
                </a:solidFill>
              </a:rPr>
              <a:t>Objectives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/>
              <a:t>Working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3200" dirty="0"/>
              <a:t>Result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3200" dirty="0"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94778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FF0CF-D7E9-0E81-2245-D81AC9FA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F6D9-7DE8-427A-61DC-E9620084C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US" sz="3300" dirty="0"/>
              <a:t>Secure Data Transmission Using Quantum Key</a:t>
            </a:r>
            <a:br>
              <a:rPr lang="en-US" sz="3300" dirty="0"/>
            </a:br>
            <a:r>
              <a:rPr lang="en-US" sz="3300" dirty="0"/>
              <a:t>Distribution (QKD) Based on the BB84 Protocol</a:t>
            </a: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EEF20-A712-65C8-38C5-B6A77CED6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br>
              <a:rPr lang="en-IN" sz="2400" dirty="0"/>
            </a:b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4BDA7-BC51-83F4-FE15-A6B85BA55CC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3392" y="1748790"/>
            <a:ext cx="10972800" cy="4128482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US" sz="1800" b="1" dirty="0"/>
          </a:p>
          <a:p>
            <a:endParaRPr lang="en-US" sz="18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9A6C56F-440F-EC08-C7E9-AB5EE7462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863" y="2209438"/>
            <a:ext cx="930021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Traditional cryptographic systems are vulnerable to cyber-attacks and future quantum </a:t>
            </a:r>
            <a:r>
              <a:rPr lang="en-US" sz="2000" dirty="0" err="1"/>
              <a:t>computers.Secure</a:t>
            </a:r>
            <a:r>
              <a:rPr lang="en-US" sz="2000" dirty="0"/>
              <a:t> key exchange is difficult because classical channels can be intercepted without </a:t>
            </a:r>
            <a:r>
              <a:rPr lang="en-US" sz="2000" dirty="0" err="1"/>
              <a:t>detection.Quantum</a:t>
            </a:r>
            <a:r>
              <a:rPr lang="en-US" sz="2000" dirty="0"/>
              <a:t> Key Distribution (QKD) uses photon-based qubits that reveal any eavesdropping </a:t>
            </a:r>
            <a:r>
              <a:rPr lang="en-US" sz="2000" dirty="0" err="1"/>
              <a:t>attempt.There</a:t>
            </a:r>
            <a:r>
              <a:rPr lang="en-US" sz="2000" dirty="0"/>
              <a:t> is a need to simulate and analyze a BB84-based QKD system for secure key </a:t>
            </a:r>
            <a:r>
              <a:rPr lang="en-US" sz="2000" dirty="0" err="1"/>
              <a:t>generation.The</a:t>
            </a:r>
            <a:r>
              <a:rPr lang="en-US" sz="2000" dirty="0"/>
              <a:t> project aims to ensure secure data transmission using QKD over hybrid quantum channels.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4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0EA4E-E8BA-AF6E-1915-BA20EC9D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7B1D-AE44-9511-1C5F-2275AC7D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26B16-761E-F49C-8F2B-7828EBCD5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501276"/>
            <a:ext cx="10972800" cy="460648"/>
          </a:xfrm>
        </p:spPr>
        <p:txBody>
          <a:bodyPr>
            <a:noAutofit/>
          </a:bodyPr>
          <a:lstStyle/>
          <a:p>
            <a:br>
              <a:rPr lang="en-IN" sz="2400" dirty="0"/>
            </a:b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1669C-CD1A-88CD-19D6-201F9305F17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48640" y="1756324"/>
            <a:ext cx="10972800" cy="36004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US" sz="2000" b="1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To design a Quantum Key Distribution (QKD) framework based on the BB84 protocol for secure key exchange.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To simulate photon-based quantum states, key generation, and key sifting using quantum simulation tools.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To detect eavesdropping attempts by analyzing Quantum Bit Error Rate (QBER) in the quantum channel.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To integrate the generated quantum keys with classical symmetric encryption (e.g., AES) for secure communication.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To evaluate the performance of QKD over hybrid quantum channels (fiber and free-space) for improved security and accuracy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017F0-498B-67E8-9DB5-601FBE2E8C7B}"/>
              </a:ext>
            </a:extLst>
          </p:cNvPr>
          <p:cNvSpPr txBox="1"/>
          <p:nvPr/>
        </p:nvSpPr>
        <p:spPr>
          <a:xfrm>
            <a:off x="163540" y="-48630"/>
            <a:ext cx="11075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chemeClr val="bg1"/>
                </a:solidFill>
              </a:rPr>
              <a:t>Secure Data Transmission Using Quantum Key </a:t>
            </a:r>
          </a:p>
          <a:p>
            <a:r>
              <a:rPr lang="en-US" sz="3000" b="1" dirty="0">
                <a:solidFill>
                  <a:schemeClr val="bg1"/>
                </a:solidFill>
              </a:rPr>
              <a:t>Distribution (QKD) Based on the BB84Protocol</a:t>
            </a:r>
            <a:endParaRPr lang="en-IN" sz="3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389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0EA4E-E8BA-AF6E-1915-BA20EC9DF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7B1D-AE44-9511-1C5F-2275AC7D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r>
              <a:rPr lang="en-US" sz="3000" dirty="0"/>
              <a:t>Secure Data Transmission Using Quantum Key </a:t>
            </a:r>
            <a:br>
              <a:rPr lang="en-US" sz="3000" dirty="0"/>
            </a:br>
            <a:r>
              <a:rPr lang="en-US" sz="3000" dirty="0"/>
              <a:t>Distribution (QKD) Based on the BB84Protocol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000" dirty="0"/>
            </a:br>
            <a:br>
              <a:rPr lang="en-IN" sz="3000" dirty="0"/>
            </a:b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26B16-761E-F49C-8F2B-7828EBCD5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br>
              <a:rPr lang="en-IN" sz="2400" dirty="0"/>
            </a:br>
            <a:endParaRPr lang="en-IN" sz="24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0B82F98-F493-F2AA-54A7-BDAAD7E29FD9}"/>
              </a:ext>
            </a:extLst>
          </p:cNvPr>
          <p:cNvSpPr>
            <a:spLocks noGrp="1" noChangeArrowheads="1"/>
          </p:cNvSpPr>
          <p:nvPr>
            <p:ph idx="10"/>
          </p:nvPr>
        </p:nvSpPr>
        <p:spPr bwMode="auto">
          <a:xfrm>
            <a:off x="173620" y="1414160"/>
            <a:ext cx="1167885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r>
              <a:rPr lang="en-US" sz="2000" b="1" dirty="0"/>
              <a:t>Quantum Key Generation (Alice):</a:t>
            </a:r>
            <a:br>
              <a:rPr lang="en-US" sz="2000" dirty="0"/>
            </a:br>
            <a:r>
              <a:rPr lang="en-US" sz="2000" dirty="0"/>
              <a:t>Alice gets the qubits ready by using two types of bases — rectilinear (+) and diagonal (×). She then puts random bits (0s and 1s) into these qubits by setting the photons’ polarization according to the BB84 protocol..</a:t>
            </a:r>
          </a:p>
          <a:p>
            <a:r>
              <a:rPr lang="en-US" sz="2000" b="1" dirty="0"/>
              <a:t>Quantum Transmission:</a:t>
            </a:r>
            <a:br>
              <a:rPr lang="en-US" sz="2000" dirty="0"/>
            </a:br>
            <a:r>
              <a:rPr lang="en-US" sz="2000" dirty="0"/>
              <a:t>The encoded qubits travel through a mixed (hybrid) quantum channel. First, they move through an optical fiber to a relay. After that, they are sent through a free-space optical link to reach Bob.</a:t>
            </a:r>
          </a:p>
          <a:p>
            <a:r>
              <a:rPr lang="en-US" sz="2000" b="1" dirty="0"/>
              <a:t>Relay Node Operation:</a:t>
            </a:r>
            <a:br>
              <a:rPr lang="en-US" sz="2000" dirty="0"/>
            </a:br>
            <a:r>
              <a:rPr lang="en-US" sz="2000" dirty="0"/>
              <a:t>The relay gets the qubits, reads or decodes them, creates new qubits with the same information, and sends them forward. This helps the quantum key travel safely over a longer distance..</a:t>
            </a:r>
          </a:p>
          <a:p>
            <a:r>
              <a:rPr lang="en-US" sz="2000" b="1" dirty="0"/>
              <a:t>Key Reception &amp; Sifting (Bob):</a:t>
            </a:r>
            <a:br>
              <a:rPr lang="en-US" sz="2000" dirty="0"/>
            </a:br>
            <a:r>
              <a:rPr lang="en-US" sz="2000" dirty="0"/>
              <a:t>Bob measures the received photons using randomly chosen bases. Alice and Bob later compare their bases over a classical channel and keep only the matching ones to form the raw key.</a:t>
            </a:r>
          </a:p>
          <a:p>
            <a:r>
              <a:rPr lang="en-US" sz="2000" b="1" dirty="0"/>
              <a:t>Error Detection &amp; Privacy Amplification:</a:t>
            </a:r>
            <a:br>
              <a:rPr lang="en-US" sz="2000" dirty="0"/>
            </a:br>
            <a:r>
              <a:rPr lang="en-US" sz="2000" dirty="0"/>
              <a:t>They calculate the Quantum Bit Error Rate (QBER) to detect any eavesdropping. If QBER is acceptable, error correction and privacy amplification are applied to produce the final secure key.</a:t>
            </a:r>
          </a:p>
          <a:p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678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68D13-7DEC-DE17-ECAA-1613ECFB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CC480-3CBC-7AE7-B397-CD4AC7E21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sz="3000" dirty="0"/>
            </a:br>
            <a:br>
              <a:rPr lang="en-IN" sz="3000" dirty="0"/>
            </a:br>
            <a:br>
              <a:rPr lang="en-IN" sz="3000" dirty="0"/>
            </a:br>
            <a:r>
              <a:rPr lang="en-US" sz="3000" dirty="0"/>
              <a:t>Secure Data Transmission Using Quantum Key </a:t>
            </a:r>
            <a:br>
              <a:rPr lang="en-US" sz="3000" dirty="0"/>
            </a:br>
            <a:r>
              <a:rPr lang="en-US" sz="3000" dirty="0"/>
              <a:t>Distribution (QKD) Based on the BB84Protocol</a:t>
            </a: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000" dirty="0"/>
            </a:br>
            <a:br>
              <a:rPr lang="en-IN" sz="3000" dirty="0"/>
            </a:b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BC2D8-8AAF-7CE0-6E13-A9E4DFF24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br>
              <a:rPr lang="en-IN" sz="2400" dirty="0"/>
            </a:b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FA55B-79DF-3E18-1A1D-73040B9A396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87936" y="1397845"/>
            <a:ext cx="10972800" cy="3600400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B9772A5-6257-13B8-DA13-068A17F19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023" y="1234250"/>
            <a:ext cx="3375953" cy="562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87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B438F-01F2-C07B-F3B1-391D295B4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9C63-6529-7C0E-D759-DBACB68C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</a:t>
            </a:r>
            <a:b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Penetration Testing Tool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A7711-6B27-0106-B622-7BBD174F9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br>
              <a:rPr lang="en-IN" sz="2400" dirty="0"/>
            </a:b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B0773-2554-ADD5-10DC-6C96175DCD2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" y="1493101"/>
            <a:ext cx="10972800" cy="460649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B4CFF08-E273-254C-9B88-200E0986B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738" y="3110502"/>
            <a:ext cx="377026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231C04-8164-2849-5854-3799D898A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79" y="2148520"/>
            <a:ext cx="5202194" cy="41473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1A7E5B-0A0B-EE82-AB9C-AE22E3B8B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 flipV="1">
            <a:off x="6026853" y="2148520"/>
            <a:ext cx="5758281" cy="414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6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3F06-1167-AD63-1ED5-0C9E45F0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AC00-4880-A804-0008-91BFF20A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</a:t>
            </a:r>
            <a:b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Penetration Testing Tool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881BD-4104-4C4F-6D66-87239F334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br>
              <a:rPr lang="en-IN" sz="2400" dirty="0"/>
            </a:b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15BB4-DC1F-6499-AE44-660618E0C4F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9600" y="1493102"/>
            <a:ext cx="10972800" cy="567748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F15B76-667B-B84C-C3BC-0AC6B4528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738" y="3110502"/>
            <a:ext cx="377026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8FFA16-F0D4-11FE-B297-940DDF2E4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600200"/>
            <a:ext cx="6517033" cy="500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53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Secure Data Transmission Using Quantum Key </a:t>
            </a:r>
            <a:br>
              <a:rPr lang="en-US" sz="3000" dirty="0"/>
            </a:br>
            <a:r>
              <a:rPr lang="en-US" sz="3000" dirty="0"/>
              <a:t>Distribution (QKD) Based on the BB84Protocol</a:t>
            </a:r>
            <a:endParaRPr lang="en-IN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0"/>
          </p:nvPr>
        </p:nvSpPr>
        <p:spPr bwMode="auto">
          <a:xfrm>
            <a:off x="266217" y="1461534"/>
            <a:ext cx="10894754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The project successfully demonstrates that Quantum Key Distribution (QKD) using the BB84 protocol provides a highly secure method for key exchange by leveraging the fundamental principles of quantum mechanics. By simulating hybrid quantum channels (fiber and free-space), the system effectively detects eavesdropping through QBER analysis and ensures that only error-free, privacy-amplified keys are used. Integrating these quantum-generated keys with classical encryption like AES further enhances data confidentiality. Overall, the implementation proves that QKD is a practical and future-ready solution for secure communication against both current and upcoming quantum-based cyber threats.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544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625</Words>
  <Application>Microsoft Office PowerPoint</Application>
  <PresentationFormat>Widescreen</PresentationFormat>
  <Paragraphs>55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 OUTLINE OF PRESENTATION</vt:lpstr>
      <vt:lpstr> Secure Data Transmission Using Quantum Key Distribution (QKD) Based on the BB84 Protocol </vt:lpstr>
      <vt:lpstr>    </vt:lpstr>
      <vt:lpstr>   Secure Data Transmission Using Quantum Key  Distribution (QKD) Based on the BB84Protocol   </vt:lpstr>
      <vt:lpstr>   Secure Data Transmission Using Quantum Key  Distribution (QKD) Based on the BB84Protocol   </vt:lpstr>
      <vt:lpstr> Design And Development of  Automated Penetration Testing Tool </vt:lpstr>
      <vt:lpstr> Design And Development of  Automated Penetration Testing Tool </vt:lpstr>
      <vt:lpstr>Secure Data Transmission Using Quantum Key  Distribution (QKD) Based on the BB84Protocol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akash</dc:creator>
  <cp:lastModifiedBy>Sneha Nagargoje</cp:lastModifiedBy>
  <cp:revision>7</cp:revision>
  <dcterms:modified xsi:type="dcterms:W3CDTF">2026-02-25T07:14:18Z</dcterms:modified>
</cp:coreProperties>
</file>